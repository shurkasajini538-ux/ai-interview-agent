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d425cea1044755" /><Relationship Type="http://schemas.openxmlformats.org/officeDocument/2006/relationships/extended-properties" Target="/docProps/app.xml" Id="Rd10082fedf0d4b70" /><Relationship Type="http://schemas.openxmlformats.org/officeDocument/2006/relationships/officeDocument" Target="/ppt/presentation.xml" Id="Rd6390ad614314f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3557b7f4a64416"/>
  </p:sldMasterIdLst>
  <p:notesMasterIdLst>
    <p:notesMasterId xmlns:r="http://schemas.openxmlformats.org/officeDocument/2006/relationships" r:id="Rf960753613a24b23"/>
  </p:notesMasterIdLst>
  <p:sldIdLst>
    <p:sldId xmlns:r="http://schemas.openxmlformats.org/officeDocument/2006/relationships" id="256" r:id="R29bf19c725f34541"/>
    <p:sldId xmlns:r="http://schemas.openxmlformats.org/officeDocument/2006/relationships" id="257" r:id="Rb4437b4ec9be442a"/>
    <p:sldId xmlns:r="http://schemas.openxmlformats.org/officeDocument/2006/relationships" id="258" r:id="R4a7e27f8e73148e3"/>
    <p:sldId xmlns:r="http://schemas.openxmlformats.org/officeDocument/2006/relationships" id="259" r:id="R1221ab27a26a496e"/>
    <p:sldId xmlns:r="http://schemas.openxmlformats.org/officeDocument/2006/relationships" id="260" r:id="Ra64e8faba00b4c71"/>
    <p:sldId xmlns:r="http://schemas.openxmlformats.org/officeDocument/2006/relationships" id="261" r:id="R8aa10328e94648bf"/>
    <p:sldId xmlns:r="http://schemas.openxmlformats.org/officeDocument/2006/relationships" id="262" r:id="Rf6de4e8360ab4a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d0430b7428449b" /><Relationship Type="http://schemas.openxmlformats.org/officeDocument/2006/relationships/slideMaster" Target="/ppt/slideMasters/slideMaster1.xml" Id="R183557b7f4a64416" /><Relationship Type="http://schemas.openxmlformats.org/officeDocument/2006/relationships/notesMaster" Target="/ppt/notesMasters/notesMaster1.xml" Id="Rf960753613a24b23" /><Relationship Type="http://schemas.openxmlformats.org/officeDocument/2006/relationships/presProps" Target="/ppt/presProps.xml" Id="Raf1fccf222c14b41" /><Relationship Type="http://schemas.openxmlformats.org/officeDocument/2006/relationships/tableStyles" Target="/ppt/tableStyles.xml" Id="Rf84fd19d55da44c8" /><Relationship Type="http://schemas.openxmlformats.org/officeDocument/2006/relationships/slide" Target="/ppt/slides/slide1.xml" Id="R29bf19c725f34541" /><Relationship Type="http://schemas.openxmlformats.org/officeDocument/2006/relationships/slide" Target="/ppt/slides/slide2.xml" Id="Rb4437b4ec9be442a" /><Relationship Type="http://schemas.openxmlformats.org/officeDocument/2006/relationships/slide" Target="/ppt/slides/slide3.xml" Id="R4a7e27f8e73148e3" /><Relationship Type="http://schemas.openxmlformats.org/officeDocument/2006/relationships/slide" Target="/ppt/slides/slide4.xml" Id="R1221ab27a26a496e" /><Relationship Type="http://schemas.openxmlformats.org/officeDocument/2006/relationships/slide" Target="/ppt/slides/slide5.xml" Id="Ra64e8faba00b4c71" /><Relationship Type="http://schemas.openxmlformats.org/officeDocument/2006/relationships/slide" Target="/ppt/slides/slide6.xml" Id="R8aa10328e94648bf" /><Relationship Type="http://schemas.openxmlformats.org/officeDocument/2006/relationships/slide" Target="/ppt/slides/slide7.xml" Id="Rf6de4e8360ab4a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f4dcec7d3840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97ee1f2ada4f4f" /><Relationship Type="http://schemas.openxmlformats.org/officeDocument/2006/relationships/notesMaster" Target="/ppt/notesMasters/notesMaster1.xml" Id="Rcd3b2944b67949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19253988614c49" /><Relationship Type="http://schemas.openxmlformats.org/officeDocument/2006/relationships/notesMaster" Target="/ppt/notesMasters/notesMaster1.xml" Id="R3e625dca27e044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6b94ed5c1d4c35" /><Relationship Type="http://schemas.openxmlformats.org/officeDocument/2006/relationships/notesMaster" Target="/ppt/notesMasters/notesMaster1.xml" Id="R28c0c9c062b14b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35d76f63ea4e47" /><Relationship Type="http://schemas.openxmlformats.org/officeDocument/2006/relationships/notesMaster" Target="/ppt/notesMasters/notesMaster1.xml" Id="Reab822171dc84c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44313952e14ed9" /><Relationship Type="http://schemas.openxmlformats.org/officeDocument/2006/relationships/notesMaster" Target="/ppt/notesMasters/notesMaster1.xml" Id="Ra0a492f91dcd44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0b0ec008344904" /><Relationship Type="http://schemas.openxmlformats.org/officeDocument/2006/relationships/notesMaster" Target="/ppt/notesMasters/notesMaster1.xml" Id="Rcb6e86c0ae0c48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523d7fd4a5442a" /><Relationship Type="http://schemas.openxmlformats.org/officeDocument/2006/relationships/notesMaster" Target="/ppt/notesMasters/notesMaster1.xml" Id="R85ec4dcf680f4e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团队信息依据本人提供的报名截图，指导老师待确认；候选版本2.0.0。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来源：docs/综合技术文档.md；为产品定位，不含用户效果研究结论。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自制模拟数据的本机浏览器截图。来源：verification/01-dashboard.png。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来源：studio/agent.py、studio/knowledge.py、verification/live-model-v2-results.json。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来源：studio/interview.py、studio/runtime.py、studio/jobs.py及tests/test_upgrade.py。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来源：tests/、verification/browser-results.json、live-model-v2-results.json、retrieval-results.json。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来源：README、docs/参赛成品工作计划.md、docs/用户试用方案.md。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3f7354c214d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749a36ec749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a4745ce5b49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77e122dba44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44e75d58f4a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08c20a1804f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7219C1-5908-471A-B94E-CBFF48F1C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B64CB8-49F8-4706-9395-4832DADD43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91F4B6-740F-4F15-BB75-25EE622262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14D3BD-17CF-48B8-AA82-C567573DBB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A01ABE-D506-4AE4-9845-77A6540271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515636-4C55-42BB-88DB-16F189D36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96ADFA-92F2-4480-9D8F-4DE7C2B9D3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ABFDBA-E5B9-448E-A4FA-12C79D238E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50E77E-900F-4EFD-A704-E0555CA2E0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20A121-BFD4-4BCD-BCC8-E70E98C004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23db26c96045c2" /><Relationship Type="http://schemas.openxmlformats.org/officeDocument/2006/relationships/slideLayout" Target="/ppt/slideLayouts/slideLayout1.xml" Id="Rc20a5456c3f74cdc" /><Relationship Type="http://schemas.openxmlformats.org/officeDocument/2006/relationships/slideLayout" Target="/ppt/slideLayouts/slideLayout2.xml" Id="R1c15efee7db84a40" /><Relationship Type="http://schemas.openxmlformats.org/officeDocument/2006/relationships/slideLayout" Target="/ppt/slideLayouts/slideLayout3.xml" Id="R1179c85c78fb4560" /><Relationship Type="http://schemas.openxmlformats.org/officeDocument/2006/relationships/slideLayout" Target="/ppt/slideLayouts/slideLayout4.xml" Id="Rbc4aaf9ab3294ce1" /><Relationship Type="http://schemas.openxmlformats.org/officeDocument/2006/relationships/slideLayout" Target="/ppt/slideLayouts/slideLayout5.xml" Id="R016b52014dd64683" /><Relationship Type="http://schemas.openxmlformats.org/officeDocument/2006/relationships/slideLayout" Target="/ppt/slideLayouts/slideLayout6.xml" Id="Ref0f8b1d1bb046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0a5456c3f74cdc"/>
    <p:sldLayoutId xmlns:r="http://schemas.openxmlformats.org/officeDocument/2006/relationships" id="2147483650" r:id="R1c15efee7db84a40"/>
    <p:sldLayoutId xmlns:r="http://schemas.openxmlformats.org/officeDocument/2006/relationships" id="2147483651" r:id="R1179c85c78fb4560"/>
    <p:sldLayoutId xmlns:r="http://schemas.openxmlformats.org/officeDocument/2006/relationships" id="2147483652" r:id="Rbc4aaf9ab3294ce1"/>
    <p:sldLayoutId xmlns:r="http://schemas.openxmlformats.org/officeDocument/2006/relationships" id="2147483653" r:id="R016b52014dd64683"/>
    <p:sldLayoutId xmlns:r="http://schemas.openxmlformats.org/officeDocument/2006/relationships" id="2147483654" r:id="Ref0f8b1d1bb046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c8af284a84524" /><Relationship Type="http://schemas.openxmlformats.org/officeDocument/2006/relationships/notesSlide" Target="/ppt/notesSlides/notesSlide1.xml" Id="R6eefc8e37b6d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56c2662404805" /><Relationship Type="http://schemas.openxmlformats.org/officeDocument/2006/relationships/notesSlide" Target="/ppt/notesSlides/notesSlide2.xml" Id="Rff8d0fe066de4f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815f6b486a4ea9" /><Relationship Type="http://schemas.openxmlformats.org/officeDocument/2006/relationships/image" Target="/ppt/media/image.png" Id="Rd62884688b874ab8" /><Relationship Type="http://schemas.openxmlformats.org/officeDocument/2006/relationships/notesSlide" Target="/ppt/notesSlides/notesSlide3.xml" Id="Rce62702d0ed048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241f9df1b4457" /><Relationship Type="http://schemas.openxmlformats.org/officeDocument/2006/relationships/notesSlide" Target="/ppt/notesSlides/notesSlide4.xml" Id="R5de3fefc5f3348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0d90eab244471f" /><Relationship Type="http://schemas.openxmlformats.org/officeDocument/2006/relationships/notesSlide" Target="/ppt/notesSlides/notesSlide5.xml" Id="R8d16381eb8ad4c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d6e104fd44b83" /><Relationship Type="http://schemas.openxmlformats.org/officeDocument/2006/relationships/notesSlide" Target="/ppt/notesSlides/notesSlide6.xml" Id="Rd2279f08624841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bb73d8ed249fa" /><Relationship Type="http://schemas.openxmlformats.org/officeDocument/2006/relationships/notesSlide" Target="/ppt/notesSlides/notesSlide7.xml" Id="R2796b60bb5974d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5D39D-7842-4D0F-8342-53DE9A4F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面试工坊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52064-058E-4D68-86CB-60823DBA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围绕真实经历，练习可验证的表达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EA1EB-EEAA-4E9D-82D6-A7AD6BE2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AAAI简历模拟训练 · 重庆邮电大学 · A组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AB31A-93D5-45BC-9489-727F673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宋佳钊 · 2.0.0 参赛候选版</a:t>
            </a:r>
          </a:p>
        </p:txBody>
      </p:sp>
    </p:spTree>
    <p:extLst>
      <p:ext uri="{BB962C8B-B14F-4D97-AF65-F5344CB8AC3E}">
        <p14:creationId xmlns:p14="http://schemas.microsoft.com/office/powerpoint/2010/main" val="1705968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79272-8210-44A3-B790-E249D005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用户问题与练习流程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5C6DB-6590-4D7E-8BCB-9AC7CAA7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有项目经历，却讲不清个人贡献与验证依据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9E99B-AB18-460C-8975-E996437C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核对简历 → 明确岗位 → 回答与追问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62ED3-A12B-435F-B6D0-A8F29FFC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证据反馈 → 补充事实 → 重答与复盘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4C3EC-D194-4304-9229-92A17ACA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目标用户：本科生求职与保研；评分用于练习参考</a:t>
            </a:r>
          </a:p>
        </p:txBody>
      </p:sp>
    </p:spTree>
    <p:extLst>
      <p:ext uri="{BB962C8B-B14F-4D97-AF65-F5344CB8AC3E}">
        <p14:creationId xmlns:p14="http://schemas.microsoft.com/office/powerpoint/2010/main" val="490370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5423C-C0D7-4CFE-8CBF-A7BA51ED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实际运行界面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82F7A-6B4A-497D-942D-EE85A73837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884688b874ab8"/>
          <a:stretch xmlns:a="http://schemas.openxmlformats.org/drawingml/2006/main"/>
        </p:blipFill>
        <p:spPr>
          <a:xfrm xmlns:a="http://schemas.openxmlformats.org/drawingml/2006/main">
            <a:off x="1095375" y="1524000"/>
            <a:ext cx="6858000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44E40-A64C-44AE-A118-3002CC62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本地OCR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固定题目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历史与导出</a:t>
            </a:r>
          </a:p>
        </p:txBody>
      </p:sp>
    </p:spTree>
    <p:extLst>
      <p:ext uri="{BB962C8B-B14F-4D97-AF65-F5344CB8AC3E}">
        <p14:creationId xmlns:p14="http://schemas.microsoft.com/office/powerpoint/2010/main" val="223985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9F05E-F52E-4F8C-A1D9-AD97269A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受控工具与证据检索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6E7B2-7EBD-4FD8-A642-759D7FFC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search_resume</a:t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检索当前简历片段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CB5D3-57D1-45FA-B8C1-CDACEBA0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read_weak_points</a:t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读取当前空间的历史弱项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AB855-8BB1-49BB-AE93-30321BD2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record_fact_gap</a:t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标记需要本人确认的事实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D6E6A-160A-4235-9F0A-C80DC9C0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5143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2轮决策 / 最多4次工具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参数校验与工具白名单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TF-IDF + 关键词 / RRF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来源ID与原文位置</a:t>
            </a:r>
          </a:p>
        </p:txBody>
      </p:sp>
    </p:spTree>
    <p:extLst>
      <p:ext uri="{BB962C8B-B14F-4D97-AF65-F5344CB8AC3E}">
        <p14:creationId xmlns:p14="http://schemas.microsoft.com/office/powerpoint/2010/main" val="16113696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185A7-FE63-499D-B70C-B581DBE2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结果校验与交互可靠性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8564E-1004-4BD1-A405-7DB95119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四维评分求和，引用回查原文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586C0-E5AB-45F7-A900-7D59A33D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STAR保留回答事实，未知内容标记待补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46A69-6FA1-4F65-B3DA-BE5AF9D9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草稿恢复、请求去重、重答历史与取消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2C1AC-477A-4C01-89E2-A7369ABE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模型建议仍需人工核对；取消不能保证撤销已产生的供应商用量</a:t>
            </a:r>
          </a:p>
        </p:txBody>
      </p:sp>
    </p:spTree>
    <p:extLst>
      <p:ext uri="{BB962C8B-B14F-4D97-AF65-F5344CB8AC3E}">
        <p14:creationId xmlns:p14="http://schemas.microsoft.com/office/powerpoint/2010/main" val="1226105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A6989-3A0B-47ED-8317-A0C63B4A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验证结果与局限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8F1F3-91DC-4521-A237-21518F26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31 项后端测试 + 14 组浏览器验收通过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1655A-A38C-41BA-BC11-67E72DD7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真实在线验证：出题与评分各调用3次工具</a:t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8次模型请求，7018输入 / 2213输出Token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C80AC-4DCB-4F7C-B4CE-2A6E4BA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12条自制检索查询：各方法均命中</a:t>
            </a:r>
          </a:p>
          <a:p xmlns:a="http://schemas.openxmlformats.org/drawingml/2006/main">
            <a:pPr>
              <a:defRPr sz="2175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小样本未显示提升；真实学生教师试用尚未完成</a:t>
            </a:r>
          </a:p>
        </p:txBody>
      </p:sp>
    </p:spTree>
    <p:extLst>
      <p:ext uri="{BB962C8B-B14F-4D97-AF65-F5344CB8AC3E}">
        <p14:creationId xmlns:p14="http://schemas.microsoft.com/office/powerpoint/2010/main" val="2010481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01342-DA9E-42CA-8876-53A420AD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交付与下一步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91A8A-30C1-49A2-A2F4-50722A1B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本机可运行代码、技术报告与演示视频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1A241-EA58-4F7A-9854-32D3D4E5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先开展真实试用，再扩大检索与生成质量评测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19AA7-5E82-416D-A157-E8BDB1B3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本人核实团队、报名审核、最终规则与提交回执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D3B2E-5987-4C05-BD1A-306D2CD3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GitHub：shurkasajini538-ux / ai-interview-agent</a:t>
            </a:r>
          </a:p>
        </p:txBody>
      </p:sp>
    </p:spTree>
    <p:extLst>
      <p:ext uri="{BB962C8B-B14F-4D97-AF65-F5344CB8AC3E}">
        <p14:creationId xmlns:p14="http://schemas.microsoft.com/office/powerpoint/2010/main" val="1983394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2026-10-14T10:13:30.5020000Z</dcterms:created>
  <dcterms:modified xsi:type="dcterms:W3CDTF">2026-10-14T10:13:30.5020000Z</dcterms:modified>
</coreProperties>
</file>