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37648ae6d4488d" /><Relationship Type="http://schemas.openxmlformats.org/officeDocument/2006/relationships/extended-properties" Target="/docProps/app.xml" Id="R543c0435ee324d1f" /><Relationship Type="http://schemas.openxmlformats.org/officeDocument/2006/relationships/officeDocument" Target="/ppt/presentation.xml" Id="Rebe724558f98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2620262e3f48a6"/>
  </p:sldMasterIdLst>
  <p:notesMasterIdLst>
    <p:notesMasterId xmlns:r="http://schemas.openxmlformats.org/officeDocument/2006/relationships" r:id="Rf3a58378a5634435"/>
  </p:notesMasterIdLst>
  <p:sldIdLst>
    <p:sldId xmlns:r="http://schemas.openxmlformats.org/officeDocument/2006/relationships" id="256" r:id="R996d73a71d634e1f"/>
    <p:sldId xmlns:r="http://schemas.openxmlformats.org/officeDocument/2006/relationships" id="257" r:id="Rdf2c2145ac754273"/>
    <p:sldId xmlns:r="http://schemas.openxmlformats.org/officeDocument/2006/relationships" id="258" r:id="R92dab59dc7d24aac"/>
    <p:sldId xmlns:r="http://schemas.openxmlformats.org/officeDocument/2006/relationships" id="259" r:id="Rc2959e9158724ee3"/>
    <p:sldId xmlns:r="http://schemas.openxmlformats.org/officeDocument/2006/relationships" id="260" r:id="Rf9f716c08c314ff4"/>
    <p:sldId xmlns:r="http://schemas.openxmlformats.org/officeDocument/2006/relationships" id="261" r:id="R3e86fe46c7364ac4"/>
    <p:sldId xmlns:r="http://schemas.openxmlformats.org/officeDocument/2006/relationships" id="262" r:id="R2947769b086d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ad79823f114b62" /><Relationship Type="http://schemas.openxmlformats.org/officeDocument/2006/relationships/slideMaster" Target="/ppt/slideMasters/slideMaster1.xml" Id="Rd22620262e3f48a6" /><Relationship Type="http://schemas.openxmlformats.org/officeDocument/2006/relationships/notesMaster" Target="/ppt/notesMasters/notesMaster1.xml" Id="Rf3a58378a5634435" /><Relationship Type="http://schemas.openxmlformats.org/officeDocument/2006/relationships/presProps" Target="/ppt/presProps.xml" Id="R355832071c854fd3" /><Relationship Type="http://schemas.openxmlformats.org/officeDocument/2006/relationships/tableStyles" Target="/ppt/tableStyles.xml" Id="R180f55af00074649" /><Relationship Type="http://schemas.openxmlformats.org/officeDocument/2006/relationships/slide" Target="/ppt/slides/slide1.xml" Id="R996d73a71d634e1f" /><Relationship Type="http://schemas.openxmlformats.org/officeDocument/2006/relationships/slide" Target="/ppt/slides/slide2.xml" Id="Rdf2c2145ac754273" /><Relationship Type="http://schemas.openxmlformats.org/officeDocument/2006/relationships/slide" Target="/ppt/slides/slide3.xml" Id="R92dab59dc7d24aac" /><Relationship Type="http://schemas.openxmlformats.org/officeDocument/2006/relationships/slide" Target="/ppt/slides/slide4.xml" Id="Rc2959e9158724ee3" /><Relationship Type="http://schemas.openxmlformats.org/officeDocument/2006/relationships/slide" Target="/ppt/slides/slide5.xml" Id="Rf9f716c08c314ff4" /><Relationship Type="http://schemas.openxmlformats.org/officeDocument/2006/relationships/slide" Target="/ppt/slides/slide6.xml" Id="R3e86fe46c7364ac4" /><Relationship Type="http://schemas.openxmlformats.org/officeDocument/2006/relationships/slide" Target="/ppt/slides/slide7.xml" Id="R2947769b086d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ca39872f91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4401b0d2504cf2" /><Relationship Type="http://schemas.openxmlformats.org/officeDocument/2006/relationships/notesMaster" Target="/ppt/notesMasters/notesMaster1.xml" Id="R21e9dc86e41d45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e6b06f952c4b9b" /><Relationship Type="http://schemas.openxmlformats.org/officeDocument/2006/relationships/notesMaster" Target="/ppt/notesMasters/notesMaster1.xml" Id="R9aec351016384a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380070bf6940c4" /><Relationship Type="http://schemas.openxmlformats.org/officeDocument/2006/relationships/notesMaster" Target="/ppt/notesMasters/notesMaster1.xml" Id="Rc3a631c6ec63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798b6f8a1c409a" /><Relationship Type="http://schemas.openxmlformats.org/officeDocument/2006/relationships/notesMaster" Target="/ppt/notesMasters/notesMaster1.xml" Id="Rde3901dd0c0e40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eeb004930f4d37" /><Relationship Type="http://schemas.openxmlformats.org/officeDocument/2006/relationships/notesMaster" Target="/ppt/notesMasters/notesMaster1.xml" Id="Rc77582a2b79f42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7784a79294e7f" /><Relationship Type="http://schemas.openxmlformats.org/officeDocument/2006/relationships/notesMaster" Target="/ppt/notesMasters/notesMaster1.xml" Id="R43e4858a6d8e40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a496d5db7440df" /><Relationship Type="http://schemas.openxmlformats.org/officeDocument/2006/relationships/notesMaster" Target="/ppt/notesMasters/notesMaster1.xml" Id="Rb2a4b22f692d47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团队信息依据本人提供的报名截图，指导老师待确认；提交材料版本2.0.1。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来源：docs/综合技术文档.md；为产品定位，不含用户效果研究结论。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自制模拟数据的本机浏览器截图。来源：verification/01-dashboard.png。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来源：studio/agent.py、studio/knowledge.py、verification/live-model-v2-results.json。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来源：studio/interview.py、studio/runtime.py、studio/jobs.py及tests/test_upgrade.py。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来源：tests/、verification/browser-results.json、live-model-v2-results.json、retrieval-results.json。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来源：README、docs/参赛成品工作计划.md、docs/用户试用方案.md。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700f7db0e4a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f99fef8104c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8ea3a11a64e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227d73e2a48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7d4f934bd4a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7dc6f6aa04a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FADBFB-58FF-4E54-91A5-7541883C5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DAECFE-3A1D-41C6-B7E9-0A6F0FA3FB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4D6DE3C-8082-48A1-8E67-729529E81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06DD29-A51D-472D-AAAA-C95240BD7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F50E95-AD93-477F-9732-3177D08CB8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BA3B5B-751F-4BC5-AFC7-8DB9DA4E1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6EC67E-6803-4E2E-86DF-ADF3607FA6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810C61-704C-4225-89CA-6E15C05EF7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CDA35-C848-4EE2-9E79-A88174D89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F748EA-EDF3-4E47-89D4-75114D29CA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f41b4e7e8a4c4b" /><Relationship Type="http://schemas.openxmlformats.org/officeDocument/2006/relationships/slideLayout" Target="/ppt/slideLayouts/slideLayout1.xml" Id="Re055079753ac435f" /><Relationship Type="http://schemas.openxmlformats.org/officeDocument/2006/relationships/slideLayout" Target="/ppt/slideLayouts/slideLayout2.xml" Id="R4bf90fa3f72a46e8" /><Relationship Type="http://schemas.openxmlformats.org/officeDocument/2006/relationships/slideLayout" Target="/ppt/slideLayouts/slideLayout3.xml" Id="R082a008993704594" /><Relationship Type="http://schemas.openxmlformats.org/officeDocument/2006/relationships/slideLayout" Target="/ppt/slideLayouts/slideLayout4.xml" Id="Rb4bfc2cd7bc946c3" /><Relationship Type="http://schemas.openxmlformats.org/officeDocument/2006/relationships/slideLayout" Target="/ppt/slideLayouts/slideLayout5.xml" Id="R1f795366aafc443c" /><Relationship Type="http://schemas.openxmlformats.org/officeDocument/2006/relationships/slideLayout" Target="/ppt/slideLayouts/slideLayout6.xml" Id="Rc939b0400924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55079753ac435f"/>
    <p:sldLayoutId xmlns:r="http://schemas.openxmlformats.org/officeDocument/2006/relationships" id="2147483650" r:id="R4bf90fa3f72a46e8"/>
    <p:sldLayoutId xmlns:r="http://schemas.openxmlformats.org/officeDocument/2006/relationships" id="2147483651" r:id="R082a008993704594"/>
    <p:sldLayoutId xmlns:r="http://schemas.openxmlformats.org/officeDocument/2006/relationships" id="2147483652" r:id="Rb4bfc2cd7bc946c3"/>
    <p:sldLayoutId xmlns:r="http://schemas.openxmlformats.org/officeDocument/2006/relationships" id="2147483653" r:id="R1f795366aafc443c"/>
    <p:sldLayoutId xmlns:r="http://schemas.openxmlformats.org/officeDocument/2006/relationships" id="2147483654" r:id="Rc939b0400924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43b883d0d475c" /><Relationship Type="http://schemas.openxmlformats.org/officeDocument/2006/relationships/notesSlide" Target="/ppt/notesSlides/notesSlide1.xml" Id="R6376f2bb222b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a58632dda4f82" /><Relationship Type="http://schemas.openxmlformats.org/officeDocument/2006/relationships/notesSlide" Target="/ppt/notesSlides/notesSlide2.xml" Id="R5c84df83d876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09b9ac5084766" /><Relationship Type="http://schemas.openxmlformats.org/officeDocument/2006/relationships/image" Target="/ppt/media/image.png" Id="R1795e786ea0e47ee" /><Relationship Type="http://schemas.openxmlformats.org/officeDocument/2006/relationships/notesSlide" Target="/ppt/notesSlides/notesSlide3.xml" Id="R5487d680de9f45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9ce12f1e44f34" /><Relationship Type="http://schemas.openxmlformats.org/officeDocument/2006/relationships/notesSlide" Target="/ppt/notesSlides/notesSlide4.xml" Id="R8e5f46a0e1094e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1a3f5821824132" /><Relationship Type="http://schemas.openxmlformats.org/officeDocument/2006/relationships/notesSlide" Target="/ppt/notesSlides/notesSlide5.xml" Id="R623d502cd68747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896882703e436b" /><Relationship Type="http://schemas.openxmlformats.org/officeDocument/2006/relationships/notesSlide" Target="/ppt/notesSlides/notesSlide6.xml" Id="R693fc53ee1ee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725b1f99c4fce" /><Relationship Type="http://schemas.openxmlformats.org/officeDocument/2006/relationships/notesSlide" Target="/ppt/notesSlides/notesSlide7.xml" Id="Ra6052bb886a146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4489B-A064-4665-8C8D-8A763AA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面试工坊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6EA2E-CCC6-485D-AB01-ACF78A19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围绕真实经历，练习可验证的表达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5945E-B5D5-4D70-B71F-BA3759D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AAAI简历模拟训练 · 重庆邮电大学 · A组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6324-61D1-4FFE-AC8B-D67CE2A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宋佳钊 · 2.0.1</a:t>
            </a:r>
          </a:p>
        </p:txBody>
      </p:sp>
    </p:spTree>
    <p:extLst>
      <p:ext uri="{BB962C8B-B14F-4D97-AF65-F5344CB8AC3E}">
        <p14:creationId xmlns:p14="http://schemas.microsoft.com/office/powerpoint/2010/main" val="1827444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84B74-0420-41BF-A68D-9C2849C4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用户问题与练习流程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A8890-D802-409A-9BF1-12106AC6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有项目经历，却讲不清个人贡献与验证依据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22E74-0056-4519-9A8C-D43F1F61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核对简历，明确岗位，回答针对性追问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0BC5D-37A5-4DC7-A2FE-C99A9DE6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依据原文反馈补充事实，重答后复盘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D8E18-A0D1-4982-8034-A26EDA87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目标用户：本科生求职与保研；评分用于练习参考</a:t>
            </a:r>
          </a:p>
        </p:txBody>
      </p:sp>
    </p:spTree>
    <p:extLst>
      <p:ext uri="{BB962C8B-B14F-4D97-AF65-F5344CB8AC3E}">
        <p14:creationId xmlns:p14="http://schemas.microsoft.com/office/powerpoint/2010/main" val="1942480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04489-E103-4374-8E3A-44CF1EB6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实际运行界面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19377-AF0A-46F5-A888-D6BDF0C97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5e786ea0e47ee"/>
          <a:stretch xmlns:a="http://schemas.openxmlformats.org/drawingml/2006/main"/>
        </p:blipFill>
        <p:spPr>
          <a:xfrm xmlns:a="http://schemas.openxmlformats.org/drawingml/2006/main">
            <a:off x="1095375" y="1524000"/>
            <a:ext cx="6858000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01093-0902-4A4A-92DD-D155A05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本地OCR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固定题目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历史与导出</a:t>
            </a:r>
          </a:p>
        </p:txBody>
      </p:sp>
    </p:spTree>
    <p:extLst>
      <p:ext uri="{BB962C8B-B14F-4D97-AF65-F5344CB8AC3E}">
        <p14:creationId xmlns:p14="http://schemas.microsoft.com/office/powerpoint/2010/main" val="1830179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C4623-2B0A-4973-81FA-20B8851F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受控工具与证据检索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F7C6D-2852-4D60-A3B7-5948F66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search_resume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检索当前简历片段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6F823-B55D-4AC4-A5F5-66D98566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read_weak_points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读取当前空间的历史弱项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86B2-E463-449A-A780-D9FF3EB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record_fact_gap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标记需要本人确认的事实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908B3-8A52-49A6-9591-D178902F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143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2轮决策 / 最多4次工具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参数校验与工具白名单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TF-IDF + 关键词 / RRF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来源ID与原文位置</a:t>
            </a:r>
          </a:p>
        </p:txBody>
      </p:sp>
    </p:spTree>
    <p:extLst>
      <p:ext uri="{BB962C8B-B14F-4D97-AF65-F5344CB8AC3E}">
        <p14:creationId xmlns:p14="http://schemas.microsoft.com/office/powerpoint/2010/main" val="20999216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CEC85-567D-44BD-8E72-56D3A626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结果校验与交互可靠性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C23A1-6665-4066-AF24-E3C08942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四维评分求和，引用回查原文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AF7B0-3601-4BA2-A909-5C61DEFA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STAR保留回答事实，未知内容标记待补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E901F-543D-4BA1-95DC-172F188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草稿恢复、请求去重、重答历史与取消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95EF7-05C9-4070-8560-7BCBC95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模型建议仍需人工核对；取消不能保证撤销已产生的供应商用量</a:t>
            </a:r>
          </a:p>
        </p:txBody>
      </p:sp>
    </p:spTree>
    <p:extLst>
      <p:ext uri="{BB962C8B-B14F-4D97-AF65-F5344CB8AC3E}">
        <p14:creationId xmlns:p14="http://schemas.microsoft.com/office/powerpoint/2010/main" val="1585185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5BC34-BE89-43FD-90AD-45224B1F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验证结果与局限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AA8D7-800E-4D81-A92A-B31330BB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38 项后端测试 + 16 组浏览器验收通过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35BAC-374B-4218-9D36-21A69D73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历史在线实测（2.0.0）：出题与评分各调用3次工具</a:t>
            </a:r>
          </a:p>
          <a:p xmlns:a="http://schemas.openxmlformats.org/drawingml/2006/main">
            <a:pPr>
              <a:def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8次模型请求，7018输入 / 2213输出Token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2CBB1-339B-4B34-AE9F-5753E32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12条自制检索查询：各方法均命中</a:t>
            </a:r>
          </a:p>
          <a:p xmlns:a="http://schemas.openxmlformats.org/drawingml/2006/main">
            <a:pPr>
              <a:def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小样本未显示提升；真实学生教师试用尚未完成</a:t>
            </a:r>
          </a:p>
        </p:txBody>
      </p:sp>
    </p:spTree>
    <p:extLst>
      <p:ext uri="{BB962C8B-B14F-4D97-AF65-F5344CB8AC3E}">
        <p14:creationId xmlns:p14="http://schemas.microsoft.com/office/powerpoint/2010/main" val="520293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8641B-8903-4A03-8740-19080BB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4B3B"/>
                </a:solidFill>
                <a:latin typeface="Microsoft YaHei"/>
                <a:ea typeface="Microsoft YaHei"/>
                <a:cs typeface="Microsoft YaHei"/>
              </a:rPr>
              <a:t>交付与下一步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E00D1-DC43-4DA4-A6BF-4E9F201F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本机可运行代码、技术报告与演示视频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CB0F8-E2A3-4733-A472-34D8B5FF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先开展真实试用，再扩大检索与生成质量评测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7730C-47D3-4E4F-9331-4DF842AE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E31"/>
                </a:solidFill>
                <a:latin typeface="Microsoft YaHei"/>
                <a:ea typeface="Microsoft YaHei"/>
                <a:cs typeface="Microsoft YaHei"/>
              </a:rPr>
              <a:t>本人核实团队、报名审核、最终规则与提交回执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06729-478E-4A62-8254-2136161C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5C"/>
                </a:solidFill>
                <a:latin typeface="Microsoft YaHei"/>
                <a:ea typeface="Microsoft YaHei"/>
                <a:cs typeface="Microsoft YaHei"/>
              </a:rPr>
              <a:t>GitHub：shurkasajini538-ux / ai-interview-agent</a:t>
            </a:r>
          </a:p>
        </p:txBody>
      </p:sp>
    </p:spTree>
    <p:extLst>
      <p:ext uri="{BB962C8B-B14F-4D97-AF65-F5344CB8AC3E}">
        <p14:creationId xmlns:p14="http://schemas.microsoft.com/office/powerpoint/2010/main" val="1201127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2026-10-15T10:27:03.9170000Z</dcterms:created>
  <dcterms:modified xsi:type="dcterms:W3CDTF">2026-10-15T10:27:03.9170000Z</dcterms:modified>
</coreProperties>
</file>